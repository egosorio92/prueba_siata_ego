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64" d="100"/>
          <a:sy n="64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416DA6-285F-3230-E565-98957BFB7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0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0D743-D1F7-1225-46CA-06921E2E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5E96CF-9208-EA96-19B7-48280C1A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2D6E07-0F99-EDEF-0069-CB37600E1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190"/>
            <a:ext cx="12192000" cy="56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4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995D-3490-4C18-7B17-22F1A67F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D3C7A-D111-D38B-4E00-1457DF51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A6F67B-2348-ED77-18B7-A2CFFA63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D1A1D8-D12D-7D44-C6F4-9A882E24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075"/>
            <a:ext cx="12192000" cy="612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2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6D30-81C0-5928-3F65-A5BDEF51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DAA26-D926-5456-9D78-AF88D501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B6A936-D198-C4EA-9761-48A6677A1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D57A46A-47CC-91AD-EF48-307BCD5E4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436"/>
            <a:ext cx="12192000" cy="55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8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3F2B-6B66-6189-C57F-9A6F4369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27EDB-10B4-B047-29F0-E2E07DF6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A40746-924A-E659-F4B5-2611F14B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130790-C3B9-6D3B-9588-F916A99B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537"/>
            <a:ext cx="12192000" cy="55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0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150A-7EAD-2D56-8C67-64925CD4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5404A-CD9D-DFF4-6DFC-34ACBAB8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423A76-D02B-AAA7-2B62-BAD378D4E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AD3605-5819-6E53-C772-64838A0E2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71"/>
            <a:ext cx="12192000" cy="54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2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D75D-BA6C-4138-78A0-9905249E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4A143-96A4-6078-A47F-599BBDAA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C304D-7776-0BFF-D13F-92EF040C0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EFA34F-8AC7-1F2F-FED0-9434EA384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135"/>
            <a:ext cx="12192000" cy="549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71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AC93-1947-0749-8128-8A83FA5E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BEDAB-FA5F-5CBD-EDF8-961780F0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ABBBCA-531B-4459-7FD4-DBBF5A958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0425FC-6E87-5263-5703-BA5408D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254"/>
            <a:ext cx="12192000" cy="54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61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</Words>
  <Application>Microsoft Office PowerPoint</Application>
  <PresentationFormat>Panorámica</PresentationFormat>
  <Paragraphs>1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edward osorio</cp:lastModifiedBy>
  <cp:revision>6</cp:revision>
  <dcterms:created xsi:type="dcterms:W3CDTF">2026-10-02T15:40:34Z</dcterms:created>
  <dcterms:modified xsi:type="dcterms:W3CDTF">2026-10-02T15:45:00Z</dcterms:modified>
</cp:coreProperties>
</file>